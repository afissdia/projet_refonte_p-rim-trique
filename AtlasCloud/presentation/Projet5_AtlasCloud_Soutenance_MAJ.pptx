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Sécurité périmétrique &amp; supervision SOC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5 • AtlasCloud • La Plateforme_ • Soutenance du 2 novembre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filtrage réseau à la détection centralisée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12648" y="22677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pfSense · Suricata · Nginx / ModSecurity · NetBird · Wazuh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3291840"/>
            <a:ext cx="10881360" cy="1956816"/>
          </a:xfrm>
          <a:prstGeom prst="roundRect">
            <a:avLst>
              <a:gd name="adj" fmla="val 65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20334C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61488" y="4206240"/>
            <a:ext cx="210312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20334C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/ IPS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919472" y="4206240"/>
            <a:ext cx="210312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75504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20334C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077456" y="4206240"/>
            <a:ext cx="210312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33488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20334C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3216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ZTNA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235440" y="4206240"/>
            <a:ext cx="210312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91472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16483D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C9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0936" y="5797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ciblés validés • démonstration en environnement VirtualBox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et objectifs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défense en profondeur pour une infrastructure virtualisée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08760"/>
            <a:ext cx="50292" cy="182880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65506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2084832"/>
            <a:ext cx="5010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Mettre en place un laboratoire AtlasCloud pour contrôler les flux, protéger une application Web et détecter les événements de sécurité.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50876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508760"/>
            <a:ext cx="50292" cy="182880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55064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084832"/>
            <a:ext cx="49651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Segmenter • filtrer • détecter • bloquer • limiter les accès • centraliser les alertes.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75304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75304"/>
            <a:ext cx="50292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21608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Approche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4151376"/>
            <a:ext cx="5010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fonctionnels (HTTP 200, SQLi 403), alertes IDS/IPS, révocation ZTNA et détection SOC Wazuh.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9632" y="3575304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3575304"/>
            <a:ext cx="50292" cy="18288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21608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 de la preuve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4151376"/>
            <a:ext cx="49651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académique : scénarios précis validés, sans prétendre à une qualification de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technique du laboratoire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 contrôlés, accès distant restreint et collecte SOC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389888"/>
            <a:ext cx="10972800" cy="4709160"/>
          </a:xfrm>
          <a:prstGeom prst="roundRect">
            <a:avLst>
              <a:gd name="adj" fmla="val 2718"/>
            </a:avLst>
          </a:prstGeom>
          <a:solidFill>
            <a:srgbClr val="101C30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265176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95681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pfSense + Suricata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 192.168.100.1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Pare-feu / IDS / 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283464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24C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95681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+ WAF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304288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192.168.100.10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Juice Shop / ModSecurity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1828800"/>
            <a:ext cx="256032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22792" y="195681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 Server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2304288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192.168.100.20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/ Indexer /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84448" y="2350008"/>
            <a:ext cx="1042416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16368" y="2350008"/>
            <a:ext cx="960120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3886200"/>
            <a:ext cx="265176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01421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/ NetBird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361688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distant : 100.76.116.207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86200"/>
            <a:ext cx="283464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401421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Wazuh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4361688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• ID 001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Docker JSON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3886200"/>
            <a:ext cx="256032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22792" y="401421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Hunting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5360" y="4361688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100501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 • niveau 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84448" y="4389120"/>
            <a:ext cx="1051560" cy="-1517904"/>
          </a:xfrm>
          <a:prstGeom prst="line">
            <a:avLst/>
          </a:prstGeom>
          <a:noFill/>
          <a:ln w="254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80760" y="2898648"/>
            <a:ext cx="0" cy="950976"/>
          </a:xfrm>
          <a:prstGeom prst="line">
            <a:avLst/>
          </a:prstGeom>
          <a:noFill/>
          <a:ln w="25400">
            <a:solidFill>
              <a:srgbClr val="20C997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16368" y="4398264"/>
            <a:ext cx="960120" cy="0"/>
          </a:xfrm>
          <a:prstGeom prst="line">
            <a:avLst/>
          </a:prstGeom>
          <a:noFill/>
          <a:ln w="25400">
            <a:solidFill>
              <a:srgbClr val="20C997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77824" y="558698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Schéma fonctionnel : pfSense éteint lors du test Wazuh + Ubuntu (contrainte RAM).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pfSense + Suricata : détection et blocage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de scénarios ICMP en IDS et IPS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Image 0" descr="/mnt/data/p5_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6629400" cy="2706624"/>
          </a:xfrm>
          <a:prstGeom prst="rect">
            <a:avLst/>
          </a:prstGeom>
        </p:spPr>
      </p:pic>
      <p:pic>
        <p:nvPicPr>
          <p:cNvPr id="9" name="Image 1" descr="/mnt/data/p5_asse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88536"/>
            <a:ext cx="6629400" cy="15361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0" y="1490472"/>
            <a:ext cx="4114800" cy="1124712"/>
          </a:xfrm>
          <a:prstGeom prst="roundRect">
            <a:avLst>
              <a:gd name="adj" fmla="val 1138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06640" y="1490472"/>
            <a:ext cx="50292" cy="11247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07808" y="163677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observé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07808" y="2066544"/>
            <a:ext cx="3730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Trafic ICMP de 192.168.100.10 vers 192.168.100.1.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2779776"/>
            <a:ext cx="4114800" cy="1124712"/>
          </a:xfrm>
          <a:prstGeom prst="roundRect">
            <a:avLst>
              <a:gd name="adj" fmla="val 1138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06640" y="2779776"/>
            <a:ext cx="50292" cy="112471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07808" y="292608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IDS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607808" y="3355848"/>
            <a:ext cx="3730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Alerte sur une règle locale de test SID 1000001.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406640" y="4069080"/>
            <a:ext cx="4114800" cy="1335024"/>
          </a:xfrm>
          <a:prstGeom prst="roundRect">
            <a:avLst>
              <a:gd name="adj" fmla="val 9589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06640" y="4069080"/>
            <a:ext cx="50292" cy="133502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07808" y="421538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IPS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7607808" y="4645152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Paquets bloqués : échec du ping observé lors du test DROP.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applicative : WAF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 + ModSecurity 3 + OWASP CRS 4.30.0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Image 0" descr="/mnt/data/p5_assets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5715000" cy="2313432"/>
          </a:xfrm>
          <a:prstGeom prst="rect">
            <a:avLst/>
          </a:prstGeom>
        </p:spPr>
      </p:pic>
      <p:pic>
        <p:nvPicPr>
          <p:cNvPr id="9" name="Image 1" descr="/mnt/data/p5_assets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50792"/>
            <a:ext cx="5715000" cy="1463040"/>
          </a:xfrm>
          <a:prstGeom prst="rect">
            <a:avLst/>
          </a:prstGeom>
        </p:spPr>
      </p:pic>
      <p:pic>
        <p:nvPicPr>
          <p:cNvPr id="10" name="Image 2" descr="/mnt/data/p5_assets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591056"/>
            <a:ext cx="4965192" cy="80467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10528" y="2560320"/>
            <a:ext cx="4937760" cy="941832"/>
          </a:xfrm>
          <a:prstGeom prst="roundRect">
            <a:avLst>
              <a:gd name="adj" fmla="val 1359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510528" y="2560320"/>
            <a:ext cx="50292" cy="941832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711696" y="2706624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normal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711696" y="3136392"/>
            <a:ext cx="4553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200 : l’application Juice Shop reste accessible.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510528" y="3703320"/>
            <a:ext cx="4937760" cy="950976"/>
          </a:xfrm>
          <a:prstGeom prst="roundRect">
            <a:avLst>
              <a:gd name="adj" fmla="val 1346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510528" y="3703320"/>
            <a:ext cx="50292" cy="95097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711696" y="3849624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 de laboratoire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711696" y="427939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403 : blocage de la requête avec paramètre id injecté.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10528" y="4846320"/>
            <a:ext cx="4937760" cy="932688"/>
          </a:xfrm>
          <a:prstGeom prst="roundRect">
            <a:avLst>
              <a:gd name="adj" fmla="val 13725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0528" y="4846320"/>
            <a:ext cx="50292" cy="932688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711696" y="4992624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dans les journaux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711696" y="542239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CRS 942100 (SQLi) • 949110 (score 8 &gt; seuil 5).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Trust : contrôle d’accès NetBird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port applicatif est autorisé ; l’accès SSH par le tunnel est refusé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pic>
        <p:nvPicPr>
          <p:cNvPr id="8" name="Image 0" descr="/mnt/data/p5_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18488"/>
            <a:ext cx="6675120" cy="2057400"/>
          </a:xfrm>
          <a:prstGeom prst="rect">
            <a:avLst/>
          </a:prstGeom>
        </p:spPr>
      </p:pic>
      <p:pic>
        <p:nvPicPr>
          <p:cNvPr id="9" name="Image 1" descr="/mnt/data/p5_assets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04488"/>
            <a:ext cx="6675120" cy="1399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80376" y="1636776"/>
            <a:ext cx="3931920" cy="1472184"/>
          </a:xfrm>
          <a:prstGeom prst="roundRect">
            <a:avLst>
              <a:gd name="adj" fmla="val 8696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580376" y="1636776"/>
            <a:ext cx="50292" cy="1472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81544" y="17830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 appliquée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781544" y="2212848"/>
            <a:ext cx="35478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P5-Employees → P5-Servers : autoriser TCP/8080 et refuser les autres accès non permis.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580376" y="3319272"/>
            <a:ext cx="3931920" cy="1069848"/>
          </a:xfrm>
          <a:prstGeom prst="roundRect">
            <a:avLst>
              <a:gd name="adj" fmla="val 11966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80376" y="3319272"/>
            <a:ext cx="50292" cy="106984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81544" y="346557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positive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781544" y="3895344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 HTTP 200 au WAF via 100.76.144.250:8080.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580376" y="4599432"/>
            <a:ext cx="3931920" cy="1143000"/>
          </a:xfrm>
          <a:prstGeom prst="roundRect">
            <a:avLst>
              <a:gd name="adj" fmla="val 112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80376" y="4599432"/>
            <a:ext cx="50292" cy="11430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81544" y="474573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négative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7781544" y="5175504"/>
            <a:ext cx="3547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 22 indisponible ; révocation TCP 8080 vérifiée par timeout.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Centralisation Wazuh : agent actif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Enregistrement de l’hôte Ubuntu et collecte des journaux Docker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pic>
        <p:nvPicPr>
          <p:cNvPr id="8" name="Image 0" descr="/mnt/data/p5_assets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27048"/>
            <a:ext cx="10927080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05840" y="5276088"/>
            <a:ext cx="1993392" cy="310896"/>
          </a:xfrm>
          <a:prstGeom prst="roundRect">
            <a:avLst>
              <a:gd name="adj" fmla="val 44118"/>
            </a:avLst>
          </a:prstGeom>
          <a:solidFill>
            <a:srgbClr val="20C997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5312664"/>
            <a:ext cx="1847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agent actif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64408" y="52852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001  •  p5-client-01  •  192.168.100.10  •  Version 4.14.9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58887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WAF transmet ses journaux JSON au Manager via l’agent Ubuntu.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Chaîne de détection SQLi de bout en bout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démontré dans Threat Hunting : règle Wazuh 100501, niveau 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3619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71907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5024" y="17007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 de test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5024" y="220370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curl • paramètre 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0248" y="2249424"/>
            <a:ext cx="192024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26280" y="153619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71907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1224" y="17007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21224" y="220370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CRS 942100 / 949110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56448" y="2249424"/>
            <a:ext cx="192024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12480" y="153619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6216" y="171907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07424" y="17007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403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07424" y="220370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Blocage de la requête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41071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" y="359359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35024" y="35753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Ubuntu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35024" y="407822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JSON → Wazuh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70248" y="4123944"/>
            <a:ext cx="192024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26280" y="341071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59359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21224" y="35753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21224" y="407822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locale 100501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56448" y="4123944"/>
            <a:ext cx="192024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412480" y="341071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86216" y="359359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07424" y="35753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07424" y="407822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Alerte niveau 10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00984" y="5623560"/>
            <a:ext cx="5257800" cy="310896"/>
          </a:xfrm>
          <a:prstGeom prst="roundRect">
            <a:avLst>
              <a:gd name="adj" fmla="val 44118"/>
            </a:avLst>
          </a:prstGeom>
          <a:solidFill>
            <a:srgbClr val="20C997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74136" y="5660136"/>
            <a:ext cx="5111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SOC • 01/11/2026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97280" y="6080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Threat Hunting (100501) fournie dans le chat, non présente dans le DOCX joint.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Résultats, limites et améliorations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PoC techniquement démontré, pas une architecture de production certifiée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5376672" cy="1993392"/>
          </a:xfrm>
          <a:prstGeom prst="roundRect">
            <a:avLst>
              <a:gd name="adj" fmla="val 642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72768"/>
            <a:ext cx="50292" cy="1993392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1907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2148840"/>
            <a:ext cx="49926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Filtrage et alertes Suricata ; blocage HTTP 403 ; politique ZTNA ; agent actif ; détection Wazuh 100501.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0488" y="1572768"/>
            <a:ext cx="5349240" cy="1993392"/>
          </a:xfrm>
          <a:prstGeom prst="roundRect">
            <a:avLst>
              <a:gd name="adj" fmla="val 642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1572768"/>
            <a:ext cx="50292" cy="199339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71907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Limites observées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91656" y="2148840"/>
            <a:ext cx="496519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 16 Go, disque Windows presque plein, pfSense non simultané avec les 2 VM lors du test SOC ; logs Docker liés à un ID de conteneur.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85616"/>
            <a:ext cx="5376672" cy="1764792"/>
          </a:xfrm>
          <a:prstGeom prst="roundRect">
            <a:avLst>
              <a:gd name="adj" fmla="val 7254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85616"/>
            <a:ext cx="50292" cy="1764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93192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Améliorations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4361688"/>
            <a:ext cx="49926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 durable des journaux, validation ET Open élargie, réseau dédié de gestion, restauration NetBird, supervision continue.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0488" y="3785616"/>
            <a:ext cx="5349240" cy="1764792"/>
          </a:xfrm>
          <a:prstGeom prst="roundRect">
            <a:avLst>
              <a:gd name="adj" fmla="val 7254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3785616"/>
            <a:ext cx="50292" cy="1764792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3931920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cible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91656" y="4361688"/>
            <a:ext cx="49651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Déploiement progressif et redondé, sauvegardes, politique de rétention, documentation et contrôles de conformité.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&amp; démonstration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nous montrons au jury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09344"/>
            <a:ext cx="5294376" cy="1481328"/>
          </a:xfrm>
          <a:prstGeom prst="roundRect">
            <a:avLst>
              <a:gd name="adj" fmla="val 86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9344"/>
            <a:ext cx="50292" cy="14813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55648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Prévention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86968" y="2185416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Requête normale : HTTP 200. SQLi contrôlée : HTTP 403.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9344"/>
            <a:ext cx="5294376" cy="1481328"/>
          </a:xfrm>
          <a:prstGeom prst="roundRect">
            <a:avLst>
              <a:gd name="adj" fmla="val 86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09344"/>
            <a:ext cx="50292" cy="1481328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755648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Détection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73368" y="2185416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Événements CRS 942100 / 949110 retrouvés dans les journaux Docker.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401568"/>
            <a:ext cx="5294376" cy="1481328"/>
          </a:xfrm>
          <a:prstGeom prst="roundRect">
            <a:avLst>
              <a:gd name="adj" fmla="val 86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01568"/>
            <a:ext cx="50292" cy="14813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547872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Corrélation SOC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" y="3977640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Alerte p5-client-01, règle 100501, niveau 10, dans Threat Hunting.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401568"/>
            <a:ext cx="5294376" cy="1481328"/>
          </a:xfrm>
          <a:prstGeom prst="roundRect">
            <a:avLst>
              <a:gd name="adj" fmla="val 86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401568"/>
            <a:ext cx="50292" cy="148132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3547872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Continuité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73368" y="3977640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de secours pfSense/Suricata et NetBird pour ne pas saturer les ressources.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" y="56967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CLÉ : filtrer, bloquer et rendre les incidents visibles depuis un point central.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8F2FE"/>
                </a:solidFill>
              </a:defRPr>
            </a:pPr>
            <a:r>
              <a:t>PREUVE FINALE — WAZUH THREAT HUNTING / RÈGLE 100501</a:t>
            </a:r>
          </a:p>
        </p:txBody>
      </p:sp>
      <p:pic>
        <p:nvPicPr>
          <p:cNvPr id="3" name="Picture 2" descr="wazuh-threat-hunting-100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11186160" cy="17833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199632"/>
            <a:ext cx="1100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2E8F9"/>
                </a:solidFill>
              </a:defRPr>
            </a:pPr>
            <a:r>
              <a:t>Agent 001 p5-client-01   •   Wazuh 100501   •   Niveau 10   •   Deux événements observés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5 | Sécurité périmétrique et supervision SOC</dc:title>
  <dc:subject>AtlasCloud – PoC périmétrique</dc:subject>
  <dc:creator>Projet 5 - Cybersécurité</dc:creator>
  <cp:lastModifiedBy>Projet 5 - Cybersécurité</cp:lastModifiedBy>
  <cp:revision>1</cp:revision>
  <dcterms:created xsi:type="dcterms:W3CDTF">2026-11-01T11:53:08Z</dcterms:created>
  <dcterms:modified xsi:type="dcterms:W3CDTF">2026-11-01T11:53:08Z</dcterms:modified>
</cp:coreProperties>
</file>